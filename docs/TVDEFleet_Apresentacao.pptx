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TVDEFleet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3C5FD"/>
                </a:solidFill>
              </a:defRPr>
            </a:pPr>
            <a:r>
              <a:t>A Plataforma Completa de Gestão para Frotas TVDE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❌ Os Desafios da Gestão de Frotas TVDE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Dados dispersos em múltiplas plataformas (Uber, Bolt, etc.)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Horas perdidas a inserir dados manualmente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Documentação desorganizada de veículos e motoristas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Falta de visibilidade sobre a performance real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Dificuldade em escalar a operação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Compliance complexo com múltiplas obrigações legais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TVDEFleet: Tudo Num Só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Uma plataforma para toda a sua operação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Importação automática de dados via RPA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Documentação centralizada e sempre atualizada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Dashboards em tempo real com KPIs relevantes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Escalável de 5 a 500+ veículos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Feito para Portugal com compliance integrado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🚗 Gestão Completa de Frota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Funcionalidade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Benefício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Ficha Completa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Todos os dados do veículo num só lugar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Manutenção Preventiva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Reduza avarias e custos inesperados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Alertas de Seguros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Nunca mais perca uma renovação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Controlo de 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Inspeções sempre em dia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Gestão de Extintores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Compliance de segurança garantido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Histórico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Saiba quem conduziu e quando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👨‍💼 Sistema de Classificações de Motoristas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Nível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Requisitos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Bónus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🥉 Bronze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Início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🥈 Prata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 meses + 60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🥇 Ouro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 meses + 75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💎 Platina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 meses + 85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+3.5%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👑 Diamante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24 meses + 95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💰 Faturação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Dashboard em Tempo Real - Receitas por plataforma (Uber, Bolt)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Performance detalhada por motorista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Relatórios Semanais Automáticos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Exportação PDF profissional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Cálculo automático de comissões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Gestão de faturas de fornecedores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Automação RPA - Importação Automática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Plataforma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Dados Importados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Uber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Viagens, faturação, ganhos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Corridas, valores, detalhes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Abastecimentos, litros, custos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Via 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Portagens, extratos mensais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📱 Aplicação Móvel para Motoristas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Disponível na Google Play Store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Dashboard de ganhos pessoal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Envio rápido de recibos e despesas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Notificações em tempo real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Sistema de tickets/suporte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Consulta de planos e documentação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Planos Flexíveis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Plano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Ideal Para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Inclui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Base Gratuito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Começar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Gestão básica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Frotas em crescimento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 Relatórios + Faturação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Profissional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Operações estabelecidas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 RPA + Módulos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Grandes frotas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Tudo + Suporte VIP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🧩 Módulos Adicionais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✨ Autofaturação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🔧 Manutenção Avançada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⚠️ Alertas de Custos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📈 Dashboard de Ganhos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📊 Relatórios Detalhados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🎯 Comissões Avançadas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📅 Agenda Integrada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💬 Mensagens Avançadas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Hierarquia de Utilizadores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Papel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Acesso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Administrador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Controlo total do sistema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Gere múltiplos parceiros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Parceiro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Gestão da sua frota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Contabilista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Documentação financeira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Inspetor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Realiza vistorias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Motorista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App móvel e portal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🔒 Segurança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Autenticação com tokens JWT seguros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Permissões baseadas em papel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Encriptação de dados em trânsito e repouso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Backups automáticos diários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RGPD compliant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Logs de auditoria completos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Porquê Escolher TVDEFleet?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Tudo-em-Um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Uma plataforma, toda a gestão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Automação Real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RPA que poupa horas de trabalho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Feito para Portugal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Conhecemos o mercado TVDE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Escalável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De 5 a 500+ veículos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Suporte Dedicado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Equipa sempre disponível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✅ Atualizações Contínuas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Novas funcionalidades regularmente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Resultados Reais dos Nossos Clientes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Antes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Depois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Melhoria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Tempo em 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15h/semana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3h/semana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Erros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Frequentes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-95%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Docs em falta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&lt;2%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Visibilidade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Limitada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💶 Investimento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Plano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Mensal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Inclui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Gestão básica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€29.99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 Relatórios + Faturação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Profissional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€79.99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 RPA + Módulos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Sob consulta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Tudo + Suporte VIP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Comece Hoje - 3 Passos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1️⃣ REGISTE-SE (5 minutos)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2️⃣ CONFIGURE (30 minutos com apoio)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3️⃣ COMECE A USAR (Imediato)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✅ Trial gratuito de 30 dias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✅ Onboarding assistido pela nossa equipa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• ✅ Migração de dados incluída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Fale Connosco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0">
                <a:solidFill>
                  <a:srgbClr val="FFFFFF"/>
                </a:solidFill>
              </a:defRPr>
            </a:pPr>
            <a:r>
              <a:t>Email: geral@tvdefleet.com</a:t>
            </a:r>
          </a:p>
          <a:p>
            <a:pPr algn="ctr">
              <a:spcAft>
                <a:spcPts val="2000"/>
              </a:spcAft>
              <a:defRPr sz="2800" b="0">
                <a:solidFill>
                  <a:srgbClr val="FFFFFF"/>
                </a:solidFill>
              </a:defRPr>
            </a:pPr>
            <a:r>
              <a:t>Website: www.tvdefleet.com</a:t>
            </a:r>
          </a:p>
          <a:p>
            <a:pPr algn="ctr">
              <a:spcAft>
                <a:spcPts val="2000"/>
              </a:spcAft>
              <a:defRPr sz="2800" b="0">
                <a:solidFill>
                  <a:srgbClr val="FFFFFF"/>
                </a:solidFill>
              </a:defRPr>
            </a:pPr>
            <a:r>
              <a:t>App: Google Play Store</a:t>
            </a:r>
          </a:p>
          <a:p>
            <a:pPr algn="ctr">
              <a:spcAft>
                <a:spcPts val="2000"/>
              </a:spcAft>
              <a:defRPr sz="28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0"/>
              </a:spcAft>
              <a:defRPr sz="3200" b="1">
                <a:solidFill>
                  <a:srgbClr val="4ADE80"/>
                </a:solidFill>
              </a:defRPr>
            </a:pPr>
            <a:r>
              <a:t>Agende uma Demonstracao Gratuita!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